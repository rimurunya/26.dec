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82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Прямоугольник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Прямоугольник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Прямоугольник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Скругленный прямоугольник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Скругленный прямоугольник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Дата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4C71EC6-210F-42DE-9C53-41977AD35B3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Прямоугольник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Прямоугольник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Скругленный прямоугольник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Скругленный прямоугольник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Прямоугольник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Прямоугольник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Прямоугольник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Прямоугольник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Прямоугольник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Прямоугольник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04664"/>
            <a:ext cx="7772400" cy="3195786"/>
          </a:xfrm>
        </p:spPr>
        <p:txBody>
          <a:bodyPr>
            <a:normAutofit/>
          </a:bodyPr>
          <a:lstStyle/>
          <a:p>
            <a:r>
              <a:rPr lang="en-US" sz="5400" dirty="0" err="1"/>
              <a:t>GoalTracker</a:t>
            </a:r>
            <a:endParaRPr lang="ru-RU" sz="5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87624" y="5445224"/>
            <a:ext cx="6172200" cy="685800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chemeClr val="tx1"/>
                </a:solidFill>
              </a:rPr>
              <a:t>Инструмент для постановки и отслеживания целей</a:t>
            </a:r>
          </a:p>
        </p:txBody>
      </p:sp>
    </p:spTree>
    <p:extLst>
      <p:ext uri="{BB962C8B-B14F-4D97-AF65-F5344CB8AC3E}">
        <p14:creationId xmlns:p14="http://schemas.microsoft.com/office/powerpoint/2010/main" val="338957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Что такое </a:t>
            </a:r>
            <a:r>
              <a:rPr lang="en-US" dirty="0" err="1"/>
              <a:t>GoalTracker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3849291"/>
          </a:xfrm>
        </p:spPr>
        <p:txBody>
          <a:bodyPr/>
          <a:lstStyle/>
          <a:p>
            <a:r>
              <a:rPr lang="ru-RU" sz="2800" dirty="0"/>
              <a:t>Простой и удобный сайт</a:t>
            </a:r>
          </a:p>
          <a:p>
            <a:r>
              <a:rPr lang="ru-RU" sz="2800" dirty="0"/>
              <a:t>Помогает ставить личные цели</a:t>
            </a:r>
          </a:p>
          <a:p>
            <a:r>
              <a:rPr lang="ru-RU" sz="2800" dirty="0"/>
              <a:t>Разбивает цели на шаги</a:t>
            </a:r>
          </a:p>
          <a:p>
            <a:r>
              <a:rPr lang="ru-RU" sz="2800" dirty="0"/>
              <a:t>Помогает отслеживать прогресс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521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Для чего нужен </a:t>
            </a:r>
            <a:r>
              <a:rPr lang="en-US" dirty="0" err="1"/>
              <a:t>GoalTracker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Создание целей и шагов</a:t>
            </a:r>
          </a:p>
          <a:p>
            <a:r>
              <a:rPr lang="ru-RU" dirty="0"/>
              <a:t>Отслеживание прогресса</a:t>
            </a:r>
          </a:p>
          <a:p>
            <a:r>
              <a:rPr lang="ru-RU" dirty="0"/>
              <a:t>Просмотр достижений</a:t>
            </a:r>
          </a:p>
          <a:p>
            <a:r>
              <a:rPr lang="ru-RU" dirty="0"/>
              <a:t>Наглядный прогресс-бар и график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271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Основные возможности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Отметка выполненных шагов</a:t>
            </a:r>
          </a:p>
          <a:p>
            <a:r>
              <a:rPr lang="ru-RU" dirty="0"/>
              <a:t>Автоматический подсчёт прогресса</a:t>
            </a:r>
          </a:p>
          <a:p>
            <a:r>
              <a:rPr lang="ru-RU" dirty="0"/>
              <a:t>Хранение данных в браузере</a:t>
            </a:r>
          </a:p>
          <a:p>
            <a:r>
              <a:rPr lang="ru-RU" dirty="0"/>
              <a:t>Используется </a:t>
            </a:r>
            <a:r>
              <a:rPr lang="ru-RU" dirty="0" err="1"/>
              <a:t>localStorage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883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Как начать работу?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Нажать «Мои цели»</a:t>
            </a:r>
          </a:p>
          <a:p>
            <a:r>
              <a:rPr lang="ru-RU" dirty="0"/>
              <a:t>Выбрать «Добавить цель»</a:t>
            </a:r>
          </a:p>
          <a:p>
            <a:r>
              <a:rPr lang="ru-RU" dirty="0"/>
              <a:t>Заполнить поля</a:t>
            </a:r>
          </a:p>
          <a:p>
            <a:r>
              <a:rPr lang="ru-RU" dirty="0"/>
              <a:t>Добавить шаги</a:t>
            </a:r>
          </a:p>
          <a:p>
            <a:r>
              <a:rPr lang="ru-RU" dirty="0"/>
              <a:t>Следить за прогрессом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79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404664" y="-15577"/>
            <a:ext cx="154360" cy="130026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78"/>
            <a:ext cx="9144000" cy="6848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528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017" y="-1"/>
            <a:ext cx="9181017" cy="688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504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801" y="0"/>
            <a:ext cx="9183606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1006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694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7559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365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048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4768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8913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898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203991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186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ородская">
  <a:themeElements>
    <a:clrScheme name="Городская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Городская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Город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30</TotalTime>
  <Words>78</Words>
  <Application>Microsoft Office PowerPoint</Application>
  <PresentationFormat>Экран (4:3)</PresentationFormat>
  <Paragraphs>23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Городская</vt:lpstr>
      <vt:lpstr>GoalTracker</vt:lpstr>
      <vt:lpstr>Что такое GoalTracker?</vt:lpstr>
      <vt:lpstr>Для чего нужен GoalTracker?</vt:lpstr>
      <vt:lpstr>Основные возможности</vt:lpstr>
      <vt:lpstr>Как начать работу?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GoalTracker</dc:title>
  <dc:creator>Учащийся</dc:creator>
  <cp:lastModifiedBy>Ущащийся</cp:lastModifiedBy>
  <cp:revision>6</cp:revision>
  <dcterms:created xsi:type="dcterms:W3CDTF">2025-12-23T08:42:38Z</dcterms:created>
  <dcterms:modified xsi:type="dcterms:W3CDTF">2025-12-23T09:34:19Z</dcterms:modified>
</cp:coreProperties>
</file>